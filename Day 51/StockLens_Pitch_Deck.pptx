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StockLens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EB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Dashboard to Track, Compare, and Get Alerted on the Stocks You Care About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Talks 60-Day Claude AI Challenge  |  10-Day Capstone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F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Casual investors juggle too many disconnected tools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331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7B"/>
                </a:solidFill>
              </a:rPr>
              <a:t>Prices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6"/>
                </a:solidFill>
              </a:rPr>
              <a:t>A brokerage app just for live prices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331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7B"/>
                </a:solidFill>
              </a:rPr>
              <a:t>News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3440" y="28803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6"/>
                </a:solidFill>
              </a:rPr>
              <a:t>A separate app for headlines &amp; context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2331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7B"/>
                </a:solidFill>
              </a:rPr>
              <a:t>Targets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21040" y="28803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6"/>
                </a:solidFill>
              </a:rPr>
              <a:t>A mental note or spreadsheet for 'my buy price'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1520" y="4663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</a:rPr>
              <a:t>Result: no single, free, simple screen combining watchlist + analysis + news + price awareness.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F"/>
                </a:solidFill>
              </a:rPr>
              <a:t>Target Users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13233F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920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Casual Investors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7DEEA"/>
                </a:solidFill>
              </a:rPr>
              <a:t>Track a handful of stocks and want one dashboard instead of five apps.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89120" y="16459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13233F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920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New Learners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663440" y="256032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7DEEA"/>
                </a:solidFill>
              </a:rPr>
              <a:t>Practice building a watchlist and understanding basic stock metrics.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0" y="16459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13233F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0" y="1920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Reviewers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321040" y="256032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7DEEA"/>
                </a:solidFill>
              </a:rPr>
              <a:t>Recruiters and challenge reviewers who evaluate the project hands-on.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F"/>
                </a:solidFill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One dashboard: track, understand, and get visually alerted — all in one place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4320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</a:rPr>
              <a:t>Sign Up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97480" y="2743200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7C7B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017520" y="274320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274320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</a:rPr>
              <a:t>Build Watchlist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2743200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7C7B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394960" y="274320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274320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</a:rPr>
              <a:t>See Metrics + News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52360" y="2743200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7C7B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772400" y="274320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274320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</a:rPr>
              <a:t>Set Target Price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29800" y="2743200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7C7B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149840" y="274320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0" y="274320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</a:rPr>
              <a:t>Get In-App Alert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3233F"/>
                </a:solidFill>
              </a:rPr>
              <a:t>Built for anyone — no login-per-broker, no spreadsheets, no missed price targets.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F"/>
                </a:solidFill>
              </a:rPr>
              <a:t>Key Features (v1.0)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6002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</a:rPr>
              <a:t>Accounts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0116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6"/>
                </a:solidFill>
              </a:rPr>
              <a:t>Simple signup/login — your own private watchlist.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4630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/>
          <p:nvPr/>
        </p:nvSpPr>
        <p:spPr>
          <a:xfrm>
            <a:off x="4617720" y="16002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</a:rPr>
              <a:t>Watchlist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7720" y="20116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6"/>
                </a:solidFill>
              </a:rPr>
              <a:t>Add/remove stocks from a curated list of popular tickers.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0" y="14630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/>
          <p:nvPr/>
        </p:nvSpPr>
        <p:spPr>
          <a:xfrm>
            <a:off x="8275320" y="16002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</a:rPr>
              <a:t>Live Metrics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75320" y="20116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6"/>
                </a:solidFill>
              </a:rPr>
              <a:t>Price, % change, and P/E on page load.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4290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</a:rPr>
              <a:t>News Feed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3840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6"/>
                </a:solidFill>
              </a:rPr>
              <a:t>Recent headlines per stock, linked to source.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89120" y="32918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34290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</a:rPr>
              <a:t>Price Alerts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7720" y="3840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6"/>
                </a:solidFill>
              </a:rPr>
              <a:t>Set a target price — get a visual in-app badge when it's hit.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32918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34290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</a:rPr>
              <a:t>Compare View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75320" y="3840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6"/>
                </a:solidFill>
              </a:rPr>
              <a:t>Sortable table to compare your whole watchlist at once.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Technical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3D9"/>
                </a:solidFill>
              </a:rPr>
              <a:t>Backend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15544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Python + Flask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3D9"/>
                </a:solidFill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91840" y="2240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HTML (Jinja2 templates) + Bootstrap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3D9"/>
                </a:solidFill>
              </a:rPr>
              <a:t>Database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29260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SQLite (per-user watchlists)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3D9"/>
                </a:solidFill>
              </a:rPr>
              <a:t>Data Sources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3611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Free stock quote API + free news API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3D9"/>
                </a:solidFill>
              </a:rPr>
              <a:t>Hosting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4297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Free-tier cloud platform, public URL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548640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1D3A6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48640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7DEEA"/>
                </a:solidFill>
              </a:rPr>
              <a:t>Design principle: page-load data refresh (not live-streaming) and a curated ticker list keep the app simple, fast, and within free API limits.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F"/>
                </a:solidFill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Deliberately deferred from v1.0 to protect the 10-day timeline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993392"/>
            <a:ext cx="128016" cy="128016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920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6"/>
                </a:solidFill>
              </a:rPr>
              <a:t>Real-time / live-streaming price updates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128016" cy="128016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4871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6"/>
                </a:solidFill>
              </a:rPr>
              <a:t>Email &amp; push notifications for alerts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3127248"/>
            <a:ext cx="128016" cy="128016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05409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6"/>
                </a:solidFill>
              </a:rPr>
              <a:t>Full market search (beyond curated list)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3694176"/>
            <a:ext cx="128016" cy="128016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62102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6"/>
                </a:solidFill>
              </a:rPr>
              <a:t>Portfolio profit/loss tracking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4261104"/>
            <a:ext cx="128016" cy="128016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18795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6"/>
                </a:solidFill>
              </a:rPr>
              <a:t>News sentiment scoring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4828032"/>
            <a:ext cx="128016" cy="128016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754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6"/>
                </a:solidFill>
              </a:rPr>
              <a:t>Password reset &amp; social login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Vision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</a:rPr>
              <a:t>StockLens starts as a 10-day capstone, but the underlying idea — one simple, honest screen that respects a casual investor's time — scales far beyond it. A trustworthy home base for anyone who wants to follow a handful of companies without being overwhelmed by trading-app complexity or noisy financial media.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5120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FFF9"/>
                </a:solidFill>
              </a:rPr>
              <a:t>Day 10 Goal: a live, public link anyone can sign up to and use — start to finish, alerts and all.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2026-07-21T03:17:57Z</dcterms:created>
  <dcterms:modified xsi:type="dcterms:W3CDTF">2026-07-21T03:17:57Z</dcterms:modified>
</cp:coreProperties>
</file>